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8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Capstone Project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BSIT — Data Analytics with R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6-Week Group Project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Maximum of 3 members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a real-world dataset (primary or secondary) of at least 100,000 records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a full ETL process: extract, clean, transform, and load the data in 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Exploratory Data Analysis (EDA) to identify trends and patterns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a research question or hypothesis to test against the data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at least one appropriate algorithm from class (regression, classification, clustering, time series, or association rules)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findings clearly to the class, including trends, answers, and 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size: minimum 100,000 rows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primary (collected/scraped/API) or secondary (public dataset)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R and RStudio (dplyr, tidyr, ggplot2, and relevant modeling packages)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size: to be assigned by instructor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6 remaining weeks of the semester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output: written report, R script/R Markdown, and class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Your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option from the following list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option lists a topic, suggested data sources, ETL challenges, and algorithms that fit well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limited to the suggested algorithm — choose based on your research question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propose your own topic, subject to instructor approval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your dataset source and access by the end of Week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E-commerce / Retail Transaction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93852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Online Retail II, Olist (Kaggle), or a partner seller's sales logs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mixed currencies, duplicate SKUs, missing customer IDs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regression (revenue forecasting), k-means (customer segmentation), association rules (market basket)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Public Health / Disease Surveillance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59028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DOH open data, WHO / Our World in Data, PhilAtlas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missing regional data, inconsistent LGU naming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logistic regression, time series, random forest, hierarchical clustering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Traffic and Transportation Patterns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93852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MMDA/LTFRB open data, ride-hailing datasets, NYC/Chicago taxi data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timestamp parsing, GPS cleaning, outlier trip durations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clustering (route/zone), time series (peak-hour), random forest (delay prediction)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Real Estate / Housing Price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59028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Lamudi/Property24 listings, Kaggle housing datasets (Ames, King County)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inconsistent price formats, missing lot sizes, address parsing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linear regression (price), random forest (feature importance), knn (comparables)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Social Media Sentiment / Engagement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93852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Twitter/X, Reddit, or YouTube comments API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unstructured text, emojis, duplicate/bot posts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logistic regression / decision trees (sentiment), k-means (topics), association rules (hashtags)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Student Academic Performance / Enrollment Trends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59028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Anonymized institutional records, OULAD, UCI Student Performance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missing grades, inconsistent subject codes, multi-file merges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logistic regression (pass/fail), random forest (dropout risk), knn (peer comparison)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Financial Market / Cryptocurrency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93852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Yahoo Finance API, Binance/CoinGecko API, PSE historical data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timezone alignment, missing trading days, volatility outliers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time series (forecasting), linear regression (trend), k-means (asset clustering)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Weather and Climate Pattern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59028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PAGASA open data, NOAA/NASA POWER API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sensor gaps, unit conversions, station metadata joins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time series (forecasting), regression (rainfall vs. temperature), clustering (climate zones)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Job Market / Employment Trends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93852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JobStreet/Indeed listings, LinkedIn Job Postings (Kaggle), PSA labor data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free-text titles/skills, salary range parsing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random forest (salary prediction), k-means (job clustering), association rules (skill sets)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Restaurant / Food Delivery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590288"/>
            <a:ext cx="10789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Zomato, Yelp Open Dataset, GrabFood/Foodpanda reviews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challenge: duplicate listings, inconsistent cuisine tags, missing ratings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Fit: knn (recommendations), clustering (segmentation), logistic regression (rating prediction)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6-Week Project Timeline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572001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Gathering &amp; ETL Planning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source, document schema, profile data quality issues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ETL Execution in 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Clean, transform, and merge data using dplyr/tidyr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Exploratory Data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statistics, visualizations, candidate research 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 Selection &amp; 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initial models matched to the research question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Refinement &amp;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Tune models, evaluate performance, iterate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Findings Presentation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report, R script, and class presentation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&amp; Grading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Proposal (Week 1) — dataset description, source, and access plan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Dataset + ETL Script (Week 2) — documented transformation steps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Report (Week 3) — visualizations and candidate research questions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Code &amp; Results (Weeks 4–5) — algorithm implementation and validation metrics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+ R Markdown/Shiny Artifact (Week 6)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Presentation (Week 6) — trends found, question answered, 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B7053200C9E4D82F99CD5DB8147B3" ma:contentTypeVersion="3" ma:contentTypeDescription="Create a new document." ma:contentTypeScope="" ma:versionID="88fb5402387544eab1eab6ee91dcb354">
  <xsd:schema xmlns:xsd="http://www.w3.org/2001/XMLSchema" xmlns:xs="http://www.w3.org/2001/XMLSchema" xmlns:p="http://schemas.microsoft.com/office/2006/metadata/properties" xmlns:ns2="49289b49-c759-43ae-9ce8-b0274b72f178" targetNamespace="http://schemas.microsoft.com/office/2006/metadata/properties" ma:root="true" ma:fieldsID="1beb1822c791619704448c1b90c62e2a" ns2:_="">
    <xsd:import namespace="49289b49-c759-43ae-9ce8-b0274b72f1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89b49-c759-43ae-9ce8-b0274b72f1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457EF0-0743-478A-A7A9-98BA95C8EB9B}"/>
</file>

<file path=customXml/itemProps2.xml><?xml version="1.0" encoding="utf-8"?>
<ds:datastoreItem xmlns:ds="http://schemas.openxmlformats.org/officeDocument/2006/customXml" ds:itemID="{77D5287E-8174-435B-928B-506C9D58B30B}"/>
</file>

<file path=customXml/itemProps3.xml><?xml version="1.0" encoding="utf-8"?>
<ds:datastoreItem xmlns:ds="http://schemas.openxmlformats.org/officeDocument/2006/customXml" ds:itemID="{354F4444-2B5D-4DD8-8BA6-B437FE4F96D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965</Words>
  <Application>Microsoft Office PowerPoint</Application>
  <PresentationFormat>Widescreen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Joseph L. Domingo</cp:lastModifiedBy>
  <cp:revision>2</cp:revision>
  <dcterms:created xsi:type="dcterms:W3CDTF">2026-08-22T07:45:00Z</dcterms:created>
  <dcterms:modified xsi:type="dcterms:W3CDTF">2026-09-19T07:53:26Z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2026-09-08T07:45:36Z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45693db1-4c65-4658-8082-064bf3d7a397</vt:lpwstr>
  </property>
  <property fmtid="{D5CDD505-2E9C-101B-9397-08002B2CF9AE}" pid="8" name="MSIP_Label_8a813f4b-519a-4481-a498-85770f517757_ContentBits">
    <vt:lpwstr>0</vt:lpwstr>
  </property>
  <property fmtid="{D5CDD505-2E9C-101B-9397-08002B2CF9AE}" pid="9" name="MSIP_Label_8a813f4b-519a-4481-a498-85770f517757_Tag">
    <vt:lpwstr>10, 3, 0, 1</vt:lpwstr>
  </property>
  <property fmtid="{D5CDD505-2E9C-101B-9397-08002B2CF9AE}" pid="10" name="ContentTypeId">
    <vt:lpwstr>0x010100968B7053200C9E4D82F99CD5DB8147B3</vt:lpwstr>
  </property>
  <property fmtid="{D5CDD505-2E9C-101B-9397-08002B2CF9AE}" pid="11" name="Order">
    <vt:r8>3008100</vt:r8>
  </property>
  <property fmtid="{D5CDD505-2E9C-101B-9397-08002B2CF9AE}" pid="12" name="TriggerFlowInfo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_ExtendedDescription">
    <vt:lpwstr/>
  </property>
</Properties>
</file>